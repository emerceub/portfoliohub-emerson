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Inter"/>
      <p:bold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Inter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0" y="-144661"/>
            <a:ext cx="18288000" cy="117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656407" y="3898990"/>
            <a:ext cx="7900969" cy="1284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03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Emerson de Almeida Oliveira</a:t>
            </a:r>
            <a:endParaRPr/>
          </a:p>
        </p:txBody>
      </p:sp>
      <p:cxnSp>
        <p:nvCxnSpPr>
          <p:cNvPr id="86" name="Google Shape;86;p13"/>
          <p:cNvCxnSpPr/>
          <p:nvPr/>
        </p:nvCxnSpPr>
        <p:spPr>
          <a:xfrm>
            <a:off x="12218472" y="3323377"/>
            <a:ext cx="649224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9625031" y="7206887"/>
            <a:ext cx="1635867" cy="663159"/>
            <a:chOff x="0" y="-38100"/>
            <a:chExt cx="2098984" cy="8509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2098984" cy="812800"/>
            </a:xfrm>
            <a:custGeom>
              <a:rect b="b" l="l" r="r" t="t"/>
              <a:pathLst>
                <a:path extrusionOk="0" h="812800" w="2098984">
                  <a:moveTo>
                    <a:pt x="0" y="0"/>
                  </a:moveTo>
                  <a:lnTo>
                    <a:pt x="2098984" y="0"/>
                  </a:lnTo>
                  <a:lnTo>
                    <a:pt x="209898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2098984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1699411" y="7372792"/>
            <a:ext cx="361044" cy="361044"/>
          </a:xfrm>
          <a:custGeom>
            <a:rect b="b" l="l" r="r" t="t"/>
            <a:pathLst>
              <a:path extrusionOk="0" h="361044" w="361044">
                <a:moveTo>
                  <a:pt x="0" y="0"/>
                </a:moveTo>
                <a:lnTo>
                  <a:pt x="361044" y="0"/>
                </a:lnTo>
                <a:lnTo>
                  <a:pt x="361044" y="361043"/>
                </a:lnTo>
                <a:lnTo>
                  <a:pt x="0" y="361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657827" y="6210300"/>
            <a:ext cx="7017270" cy="44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Nesta apresentação irei mostrar um pouco de mim e minhas habilidades interligadas com a tecnologia.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625031" y="7444803"/>
            <a:ext cx="1635867" cy="20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Explorar mais</a:t>
            </a:r>
            <a:endParaRPr b="1" sz="1200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2218472" y="7444803"/>
            <a:ext cx="1093988" cy="20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Segue o vídeo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991600" y="4991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8871"/>
            <a:ext cx="8662969" cy="9238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17293116" y="335746"/>
            <a:ext cx="397367" cy="147050"/>
            <a:chOff x="0" y="-38100"/>
            <a:chExt cx="128243" cy="47458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17293116" y="427849"/>
            <a:ext cx="397367" cy="147050"/>
            <a:chOff x="0" y="-38100"/>
            <a:chExt cx="128243" cy="47458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4"/>
          <p:cNvSpPr txBox="1"/>
          <p:nvPr/>
        </p:nvSpPr>
        <p:spPr>
          <a:xfrm>
            <a:off x="11318880" y="2410077"/>
            <a:ext cx="5064119" cy="85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Minha visão</a:t>
            </a:r>
            <a:endParaRPr b="1" sz="6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0" name="Google Shape;110;p14"/>
          <p:cNvCxnSpPr/>
          <p:nvPr/>
        </p:nvCxnSpPr>
        <p:spPr>
          <a:xfrm>
            <a:off x="11318881" y="3429174"/>
            <a:ext cx="140207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4"/>
          <p:cNvSpPr txBox="1"/>
          <p:nvPr/>
        </p:nvSpPr>
        <p:spPr>
          <a:xfrm>
            <a:off x="12564914" y="4543241"/>
            <a:ext cx="3957449" cy="1750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Vejo a tecnologia como uma ferramenta de transformação. Minha visão é me desenvolver como profissional capaz de resolver problemas reais, criar soluções úteis e acompanhar a constante evolução do mundo digital. Estou comprometido com aprendizado contínuo e crescimento na área.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1318881" y="4366411"/>
            <a:ext cx="1113397" cy="82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318881" y="6493217"/>
            <a:ext cx="1113397" cy="82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02.</a:t>
            </a:r>
            <a:endParaRPr/>
          </a:p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7" y="1048871"/>
            <a:ext cx="8662969" cy="923812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2484266" y="6587204"/>
            <a:ext cx="312864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Meu intuito é auxiliar e contribuir para que as pessoas possam ter seus sites e consigam  desenvolver o conhecimento lógico.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5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17293116" y="335746"/>
            <a:ext cx="397367" cy="147050"/>
            <a:chOff x="0" y="-38100"/>
            <a:chExt cx="128243" cy="47458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7293116" y="427849"/>
            <a:ext cx="397367" cy="147050"/>
            <a:chOff x="0" y="-38100"/>
            <a:chExt cx="128243" cy="47458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5"/>
          <p:cNvSpPr txBox="1"/>
          <p:nvPr/>
        </p:nvSpPr>
        <p:spPr>
          <a:xfrm>
            <a:off x="1973228" y="2105158"/>
            <a:ext cx="4840572" cy="859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Sobre Mim</a:t>
            </a:r>
            <a:endParaRPr/>
          </a:p>
        </p:txBody>
      </p:sp>
      <p:cxnSp>
        <p:nvCxnSpPr>
          <p:cNvPr id="130" name="Google Shape;130;p15"/>
          <p:cNvCxnSpPr/>
          <p:nvPr/>
        </p:nvCxnSpPr>
        <p:spPr>
          <a:xfrm>
            <a:off x="1973228" y="3124255"/>
            <a:ext cx="140207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5"/>
          <p:cNvSpPr txBox="1"/>
          <p:nvPr/>
        </p:nvSpPr>
        <p:spPr>
          <a:xfrm>
            <a:off x="838200" y="3543300"/>
            <a:ext cx="899160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Meu nome é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Emerson de Almeida Oliveira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tenho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 anos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 sou movido pela busca constante de evolução e conhecimento. Desde cedo, desenvolvi uma forte paixão pela tecnologia, enxergando nela não apenas uma área de interesse, mas um caminho para transformar ideias em realidade.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Tenho grande dedicação aos estudos, principalmente no universo da programação, onde busco aprimorar minhas habilidades e expandir meu raciocínio lógico. Para mim, programar vai além de escrever códigos — é sobre resolver problemas, criar soluções e construir algo que tenha impacto.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 uma pessoa focada, disciplinada e determinada a crescer dentro da área de tecnologia. Acredito que, com consistência e esforço, é possível alcançar grandes resultados e se destacar em um mundo cada vez mais digital.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Sigo em constante aprendizado, sempre buscando evoluir, enfrentar novos desafios e me aproximar cada vez mais dos meus objetivos.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1028700"/>
            <a:ext cx="8662969" cy="9238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6"/>
          <p:cNvGrpSpPr/>
          <p:nvPr/>
        </p:nvGrpSpPr>
        <p:grpSpPr>
          <a:xfrm>
            <a:off x="17293116" y="335746"/>
            <a:ext cx="397367" cy="147050"/>
            <a:chOff x="0" y="-38100"/>
            <a:chExt cx="128243" cy="47458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17293116" y="427849"/>
            <a:ext cx="397367" cy="147050"/>
            <a:chOff x="0" y="-38100"/>
            <a:chExt cx="128243" cy="47458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6"/>
          <p:cNvSpPr txBox="1"/>
          <p:nvPr/>
        </p:nvSpPr>
        <p:spPr>
          <a:xfrm>
            <a:off x="3824415" y="1914658"/>
            <a:ext cx="10639170" cy="859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Meus Projetos</a:t>
            </a:r>
            <a:endParaRPr b="1" sz="6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>
            <a:off x="8442964" y="2933755"/>
            <a:ext cx="140207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6"/>
          <p:cNvSpPr txBox="1"/>
          <p:nvPr/>
        </p:nvSpPr>
        <p:spPr>
          <a:xfrm>
            <a:off x="2173763" y="8156160"/>
            <a:ext cx="6111021" cy="44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Aqui apresento um pouco sobre os meus conhecimentos sobre Banco de Dados e seus tipos.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039971" y="7260544"/>
            <a:ext cx="2378606" cy="62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que são Banco de Dados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282518" y="8151769"/>
            <a:ext cx="6111021" cy="44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Aqui é mostrado  uma apresentação sobre os Sistemas de Gerenciamento de Banco de Dados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869423" y="7260544"/>
            <a:ext cx="237860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que são SGBDs?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619917" y="8972997"/>
            <a:ext cx="8229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https://www.linkedin.com/posts/emerson-de-almeida-oliveira-0538893b4_avalia%C3%A7%C3%A3o-2-ugcPost-7441555232569978880-zxYn?utm_source=share&amp;utm_medium=member_desktop&amp;rcm=ACoAAGU4pP8Br6OqXRDWOp-yhGgxj4ToHL3m2k8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187421" y="8948344"/>
            <a:ext cx="75279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https://www.linkedin.com/posts/emerson-de-almeida-oliveira-0538893b4_avalia%C3%A7%C3%A3o-2-ugcPost-7441555232569978880-zxYn?utm_source=share&amp;utm_medium=member_desktop&amp;rcm=ACoAAGU4pP8Br6OqXRDWOp-yhGgxj4ToHL3m2k8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2527517" y="11268945"/>
            <a:ext cx="1053883" cy="50383023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 páginas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Char char="•"/>
            </a:pPr>
            <a:r>
              <a:rPr b="0" i="0" lang="en-US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6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/>
          <p:nvPr/>
        </p:nvSpPr>
        <p:spPr>
          <a:xfrm flipH="1" rot="10800000">
            <a:off x="4075751" y="1883880"/>
            <a:ext cx="8734425" cy="61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resentação Introdução sobre Banco de Dados ▪ Hoje em dia, a utilização de Banco de Dados vem se tornando um dos meios fundamentais para organização de inúmeros dados de forma mais acessível e com rapidez no mundo atual. ▪ Nesta apresentação, será possível compreender o conceito e aplicações teóricas sobre o Banco de Dados com maior transparência e assertividade. Conceitos : O que são dados? O que é informação ? O que são Banco de Dados?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2565" y="3485062"/>
            <a:ext cx="6222009" cy="3499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 que é SGBD e os principais SGBD Emerson de Almeida Oliveira Professor : Dennys Alves da Silva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4614" y="3336913"/>
            <a:ext cx="6753836" cy="3632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17293116" y="335746"/>
            <a:ext cx="397367" cy="147050"/>
            <a:chOff x="0" y="-38100"/>
            <a:chExt cx="128243" cy="47458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7"/>
          <p:cNvGrpSpPr/>
          <p:nvPr/>
        </p:nvGrpSpPr>
        <p:grpSpPr>
          <a:xfrm>
            <a:off x="17293116" y="427849"/>
            <a:ext cx="397367" cy="147050"/>
            <a:chOff x="0" y="-38100"/>
            <a:chExt cx="128243" cy="47458"/>
          </a:xfrm>
        </p:grpSpPr>
        <p:sp>
          <p:nvSpPr>
            <p:cNvPr id="166" name="Google Shape;166;p17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7"/>
          <p:cNvSpPr txBox="1"/>
          <p:nvPr/>
        </p:nvSpPr>
        <p:spPr>
          <a:xfrm>
            <a:off x="10210800" y="1469460"/>
            <a:ext cx="5516895" cy="859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Meu Currículo</a:t>
            </a:r>
            <a:endParaRPr b="1" sz="6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9" name="Google Shape;169;p17"/>
          <p:cNvCxnSpPr/>
          <p:nvPr/>
        </p:nvCxnSpPr>
        <p:spPr>
          <a:xfrm>
            <a:off x="9928648" y="7235772"/>
            <a:ext cx="140207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7"/>
          <p:cNvSpPr txBox="1"/>
          <p:nvPr/>
        </p:nvSpPr>
        <p:spPr>
          <a:xfrm>
            <a:off x="10412380" y="3148326"/>
            <a:ext cx="6219273" cy="44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Como visto, a tecnologia sempre esteve presente durante toda minha vida .</a:t>
            </a:r>
            <a:endParaRPr/>
          </a:p>
        </p:txBody>
      </p:sp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28700"/>
            <a:ext cx="8686800" cy="9258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8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77" name="Google Shape;177;p1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8"/>
          <p:cNvGrpSpPr/>
          <p:nvPr/>
        </p:nvGrpSpPr>
        <p:grpSpPr>
          <a:xfrm>
            <a:off x="17293116" y="335746"/>
            <a:ext cx="397367" cy="147050"/>
            <a:chOff x="0" y="-38100"/>
            <a:chExt cx="128243" cy="47458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17293116" y="427849"/>
            <a:ext cx="397367" cy="147050"/>
            <a:chOff x="0" y="-38100"/>
            <a:chExt cx="128243" cy="47458"/>
          </a:xfrm>
        </p:grpSpPr>
        <p:sp>
          <p:nvSpPr>
            <p:cNvPr id="183" name="Google Shape;183;p18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8"/>
          <p:cNvSpPr txBox="1"/>
          <p:nvPr/>
        </p:nvSpPr>
        <p:spPr>
          <a:xfrm>
            <a:off x="10122345" y="2556344"/>
            <a:ext cx="7170772" cy="85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me Contatar</a:t>
            </a:r>
            <a:endParaRPr b="1" sz="6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6" name="Google Shape;186;p18"/>
          <p:cNvCxnSpPr/>
          <p:nvPr/>
        </p:nvCxnSpPr>
        <p:spPr>
          <a:xfrm>
            <a:off x="10773095" y="3575442"/>
            <a:ext cx="140207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10793974" y="4277052"/>
            <a:ext cx="226016" cy="226016"/>
          </a:xfrm>
          <a:custGeom>
            <a:rect b="b" l="l" r="r" t="t"/>
            <a:pathLst>
              <a:path extrusionOk="0" h="226016" w="226016">
                <a:moveTo>
                  <a:pt x="0" y="0"/>
                </a:moveTo>
                <a:lnTo>
                  <a:pt x="226016" y="0"/>
                </a:lnTo>
                <a:lnTo>
                  <a:pt x="226016" y="226016"/>
                </a:lnTo>
                <a:lnTo>
                  <a:pt x="0" y="226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10793974" y="5312835"/>
            <a:ext cx="226016" cy="226016"/>
          </a:xfrm>
          <a:custGeom>
            <a:rect b="b" l="l" r="r" t="t"/>
            <a:pathLst>
              <a:path extrusionOk="0" h="226016" w="226016">
                <a:moveTo>
                  <a:pt x="0" y="0"/>
                </a:moveTo>
                <a:lnTo>
                  <a:pt x="226016" y="0"/>
                </a:lnTo>
                <a:lnTo>
                  <a:pt x="226016" y="226016"/>
                </a:lnTo>
                <a:lnTo>
                  <a:pt x="0" y="226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11219628" y="5297959"/>
            <a:ext cx="3334571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emerson.aoliveira@sempreceub.com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10793974" y="6337889"/>
            <a:ext cx="226016" cy="226016"/>
          </a:xfrm>
          <a:custGeom>
            <a:rect b="b" l="l" r="r" t="t"/>
            <a:pathLst>
              <a:path extrusionOk="0" h="226016" w="226016">
                <a:moveTo>
                  <a:pt x="0" y="0"/>
                </a:moveTo>
                <a:lnTo>
                  <a:pt x="226016" y="0"/>
                </a:lnTo>
                <a:lnTo>
                  <a:pt x="226016" y="226015"/>
                </a:lnTo>
                <a:lnTo>
                  <a:pt x="0" y="226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1206182" y="6302129"/>
            <a:ext cx="3048314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dealmeidaemerson296@gmail.com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0793974" y="7249935"/>
            <a:ext cx="226016" cy="226016"/>
          </a:xfrm>
          <a:custGeom>
            <a:rect b="b" l="l" r="r" t="t"/>
            <a:pathLst>
              <a:path extrusionOk="0" h="226016" w="226016">
                <a:moveTo>
                  <a:pt x="0" y="0"/>
                </a:moveTo>
                <a:lnTo>
                  <a:pt x="226016" y="0"/>
                </a:lnTo>
                <a:lnTo>
                  <a:pt x="226016" y="226016"/>
                </a:lnTo>
                <a:lnTo>
                  <a:pt x="0" y="226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1362756" y="7252848"/>
            <a:ext cx="3048314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QNL 04 CONJ F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1206182" y="4183620"/>
            <a:ext cx="1525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6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61)991522810</a:t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026459"/>
            <a:ext cx="9448800" cy="920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02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9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201" name="Google Shape;201;p1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9"/>
          <p:cNvSpPr txBox="1"/>
          <p:nvPr/>
        </p:nvSpPr>
        <p:spPr>
          <a:xfrm>
            <a:off x="17293116" y="335746"/>
            <a:ext cx="397367" cy="14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17293116" y="427849"/>
            <a:ext cx="397367" cy="147050"/>
            <a:chOff x="0" y="-38100"/>
            <a:chExt cx="128243" cy="47458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0"/>
              <a:ext cx="128243" cy="9358"/>
            </a:xfrm>
            <a:custGeom>
              <a:rect b="b" l="l" r="r" t="t"/>
              <a:pathLst>
                <a:path extrusionOk="0"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9"/>
          <p:cNvSpPr txBox="1"/>
          <p:nvPr/>
        </p:nvSpPr>
        <p:spPr>
          <a:xfrm>
            <a:off x="1973228" y="2645221"/>
            <a:ext cx="5078982" cy="859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Obrigado</a:t>
            </a:r>
            <a:endParaRPr b="1" sz="6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8" name="Google Shape;208;p19"/>
          <p:cNvCxnSpPr/>
          <p:nvPr/>
        </p:nvCxnSpPr>
        <p:spPr>
          <a:xfrm>
            <a:off x="1973228" y="3664319"/>
            <a:ext cx="140207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9"/>
          <p:cNvSpPr txBox="1"/>
          <p:nvPr/>
        </p:nvSpPr>
        <p:spPr>
          <a:xfrm>
            <a:off x="1973228" y="4437450"/>
            <a:ext cx="5324291" cy="1750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Eu me interessei por tecnologia porque hoje tudo está conectado ao mundo digital. Desde aplicativos até sistemas de segurança, tudo depende de tecnologia. Além disso, é uma área que oferece muitas oportunidades de crescimento e aprendizado constante. Eu gosto da ideia de poder criar coisas, resolver problemas e construir um futuro profissional sólido nessa área.”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1973228" y="6444427"/>
            <a:ext cx="5324291" cy="6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Portanto, a tecnologia vai muito além de códigos, mas também o entendimento lógico do mundo e dos sistemas. </a:t>
            </a:r>
            <a:endParaRPr/>
          </a:p>
        </p:txBody>
      </p:sp>
      <p:pic>
        <p:nvPicPr>
          <p:cNvPr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1079126"/>
            <a:ext cx="7848596" cy="920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